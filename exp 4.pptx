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8963" y="291416"/>
            <a:ext cx="16125987" cy="2434460"/>
            <a:chOff x="0" y="0"/>
            <a:chExt cx="24516590" cy="3701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16590" cy="3701161"/>
            </a:xfrm>
            <a:custGeom>
              <a:avLst/>
              <a:gdLst/>
              <a:ahLst/>
              <a:cxnLst/>
              <a:rect l="l" t="t" r="r" b="b"/>
              <a:pathLst>
                <a:path w="24516590" h="3701161">
                  <a:moveTo>
                    <a:pt x="0" y="0"/>
                  </a:moveTo>
                  <a:lnTo>
                    <a:pt x="24516590" y="0"/>
                  </a:lnTo>
                  <a:lnTo>
                    <a:pt x="24516590" y="3701161"/>
                  </a:lnTo>
                  <a:lnTo>
                    <a:pt x="0" y="370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38" b="-253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494169" y="3269351"/>
            <a:ext cx="1353312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Engineering</a:t>
            </a:r>
          </a:p>
          <a:p>
            <a:pPr algn="ctr">
              <a:lnSpc>
                <a:spcPts val="4536"/>
              </a:lnSpc>
            </a:pPr>
            <a:r>
              <a:rPr lang="en-US" sz="42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COMPUTING LAB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62000" y="4529893"/>
            <a:ext cx="11928934" cy="439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4.</a:t>
            </a:r>
            <a:r>
              <a:rPr lang="en-IN" sz="4000" dirty="0"/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GAE Launcher to Launch Web Applications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98963" y="6622713"/>
            <a:ext cx="16908037" cy="1496683"/>
            <a:chOff x="0" y="0"/>
            <a:chExt cx="8421649" cy="19955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01433" cy="1995577"/>
            </a:xfrm>
            <a:custGeom>
              <a:avLst/>
              <a:gdLst/>
              <a:ahLst/>
              <a:cxnLst/>
              <a:rect l="l" t="t" r="r" b="b"/>
              <a:pathLst>
                <a:path w="6301433" h="1995577">
                  <a:moveTo>
                    <a:pt x="0" y="0"/>
                  </a:moveTo>
                  <a:lnTo>
                    <a:pt x="6301433" y="0"/>
                  </a:lnTo>
                  <a:lnTo>
                    <a:pt x="6301433" y="1995577"/>
                  </a:lnTo>
                  <a:lnTo>
                    <a:pt x="0" y="19955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8421649" cy="19860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3240"/>
                </a:lnSpc>
              </a:pPr>
              <a:r>
                <a:rPr lang="en-IN" sz="3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                                     AIM</a:t>
              </a:r>
              <a:r>
                <a:rPr lang="en-I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just">
                <a:lnSpc>
                  <a:spcPts val="3240"/>
                </a:lnSpc>
              </a:pPr>
              <a:b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</a:t>
              </a:r>
              <a:r>
                <a: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use Google App Engine (GAE) Launcher to launch web applications.</a:t>
              </a:r>
              <a:endPara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0"/>
    </mc:Choice>
    <mc:Fallback xmlns="">
      <p:transition spd="slow" advTm="117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720816" y="379095"/>
            <a:ext cx="13444104" cy="62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EXPERIMENT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10066-142E-760A-AD98-FFFFACEF7F82}"/>
              </a:ext>
            </a:extLst>
          </p:cNvPr>
          <p:cNvSpPr txBox="1"/>
          <p:nvPr/>
        </p:nvSpPr>
        <p:spPr>
          <a:xfrm>
            <a:off x="2819400" y="2654132"/>
            <a:ext cx="15043184" cy="552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project in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Console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a web application for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basic static website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the application using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app.yaml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using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SDK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and view the web application in a browser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56"/>
    </mc:Choice>
    <mc:Fallback xmlns="">
      <p:transition spd="slow" advTm="2605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82226" y="0"/>
            <a:ext cx="2668120" cy="2042553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276600" y="379095"/>
            <a:ext cx="10439399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B1DAE-982B-3522-E0B5-863D6626560A}"/>
              </a:ext>
            </a:extLst>
          </p:cNvPr>
          <p:cNvSpPr txBox="1"/>
          <p:nvPr/>
        </p:nvSpPr>
        <p:spPr>
          <a:xfrm>
            <a:off x="1752600" y="3009900"/>
            <a:ext cx="42672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Project/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app.yaml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www/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├── index.html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├── 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│   └── style.css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├── images/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└── 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65673-8C70-C7CB-AFF6-9CB82B40D7BF}"/>
              </a:ext>
            </a:extLst>
          </p:cNvPr>
          <p:cNvSpPr txBox="1"/>
          <p:nvPr/>
        </p:nvSpPr>
        <p:spPr>
          <a:xfrm>
            <a:off x="7467600" y="2857500"/>
            <a:ext cx="10287000" cy="56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files: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app.yaml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Configures the App Engine application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www/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Contains website files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Main webpage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Contains stylesheets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images/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images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Contains JavaScript files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88"/>
    </mc:Choice>
    <mc:Fallback xmlns="">
      <p:transition spd="slow" advTm="4688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4800" y="0"/>
            <a:ext cx="2847253" cy="2095500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6549368-A7AD-A202-FBF8-72F4C74305CA}"/>
              </a:ext>
            </a:extLst>
          </p:cNvPr>
          <p:cNvSpPr txBox="1"/>
          <p:nvPr/>
        </p:nvSpPr>
        <p:spPr>
          <a:xfrm>
            <a:off x="5286790" y="419100"/>
            <a:ext cx="1310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CREATING app.yaml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7975E-CB9A-AF9F-2C98-18BEF4E7A075}"/>
              </a:ext>
            </a:extLst>
          </p:cNvPr>
          <p:cNvSpPr txBox="1"/>
          <p:nvPr/>
        </p:nvSpPr>
        <p:spPr>
          <a:xfrm>
            <a:off x="1295400" y="1660667"/>
            <a:ext cx="15316200" cy="15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Engine Configuration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app.yaml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tells Google App Engine how to handle and serve the application files.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CF9C5-6810-9E2F-2AAF-2849548B5034}"/>
              </a:ext>
            </a:extLst>
          </p:cNvPr>
          <p:cNvSpPr txBox="1"/>
          <p:nvPr/>
        </p:nvSpPr>
        <p:spPr>
          <a:xfrm>
            <a:off x="3233097" y="4134576"/>
            <a:ext cx="53231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runtime: python27</a:t>
            </a:r>
          </a:p>
          <a:p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api_version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</a:t>
            </a:r>
          </a:p>
          <a:p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threadsafe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true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handlers: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url: /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static_files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www/index.html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upload: www/index.html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url: /(.*)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static_files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www/\1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upload: www/(.*)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8ACBF1-7302-DAE8-E3DF-1B556A6F2421}"/>
              </a:ext>
            </a:extLst>
          </p:cNvPr>
          <p:cNvSpPr txBox="1"/>
          <p:nvPr/>
        </p:nvSpPr>
        <p:spPr>
          <a:xfrm>
            <a:off x="1295400" y="3503634"/>
            <a:ext cx="919859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lang="en-IN" sz="3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F18C9-87FC-52B7-5F80-8562F5C1E8BD}"/>
              </a:ext>
            </a:extLst>
          </p:cNvPr>
          <p:cNvSpPr txBox="1"/>
          <p:nvPr/>
        </p:nvSpPr>
        <p:spPr>
          <a:xfrm>
            <a:off x="10668000" y="3503634"/>
            <a:ext cx="9198590" cy="3048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app.yaml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 incoming URLs to the </a:t>
            </a:r>
          </a:p>
          <a:p>
            <a:pPr>
              <a:lnSpc>
                <a:spcPct val="150000"/>
              </a:lnSpc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static files in the www </a:t>
            </a:r>
          </a:p>
          <a:p>
            <a:pPr>
              <a:lnSpc>
                <a:spcPct val="150000"/>
              </a:lnSpc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463"/>
    </mc:Choice>
    <mc:Fallback xmlns="">
      <p:transition spd="slow" advTm="594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505200" y="453226"/>
            <a:ext cx="9879344" cy="62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WEB PAGE</a:t>
            </a: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02264-78DB-415E-E6AB-6DA91196A062}"/>
              </a:ext>
            </a:extLst>
          </p:cNvPr>
          <p:cNvSpPr txBox="1"/>
          <p:nvPr/>
        </p:nvSpPr>
        <p:spPr>
          <a:xfrm>
            <a:off x="1028700" y="1562100"/>
            <a:ext cx="10325100" cy="8186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index.html</a:t>
            </a:r>
          </a:p>
          <a:p>
            <a:pPr>
              <a:buNone/>
            </a:pP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index.html file is stored inside 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directory.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&lt;title&gt;Hello, world!&lt;/title&gt;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&lt;h1&gt;Hello, world!&lt;/h1&gt;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&lt;p&gt;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 is a simple static HTML file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served from Google App Engine.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&lt;/p&gt;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rtl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F80CB-2D56-C88D-8D4E-0CE90FCF859E}"/>
              </a:ext>
            </a:extLst>
          </p:cNvPr>
          <p:cNvSpPr txBox="1"/>
          <p:nvPr/>
        </p:nvSpPr>
        <p:spPr>
          <a:xfrm>
            <a:off x="11963400" y="4497169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Hello, World! webpage is </a:t>
            </a:r>
          </a:p>
          <a:p>
            <a:pPr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prepared for deployment.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80"/>
    </mc:Choice>
    <mc:Fallback xmlns="">
      <p:transition spd="slow" advTm="6278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2400" y="129147"/>
            <a:ext cx="2744320" cy="1966353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124200" y="379095"/>
            <a:ext cx="9761075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THE APPLICATION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61841-C378-542D-7CC4-90407DECE486}"/>
              </a:ext>
            </a:extLst>
          </p:cNvPr>
          <p:cNvSpPr txBox="1"/>
          <p:nvPr/>
        </p:nvSpPr>
        <p:spPr>
          <a:xfrm>
            <a:off x="1524000" y="1790700"/>
            <a:ext cx="16459200" cy="7296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to Google App Engine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terminal in the project root directory.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</a:t>
            </a:r>
            <a:r>
              <a:rPr lang="en-IN" sz="3500" b="1" dirty="0" err="1">
                <a:latin typeface="Courier New" panose="02070309020205020404" pitchFamily="49" charset="0"/>
              </a:rPr>
              <a:t>app.yaml</a:t>
            </a:r>
            <a:r>
              <a:rPr lang="en-IN" sz="3500" b="1" dirty="0"/>
              <a:t> 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present.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using: 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3500" b="1" dirty="0" err="1">
                <a:latin typeface="Courier New" panose="02070309020205020404" pitchFamily="49" charset="0"/>
              </a:rPr>
              <a:t>gcloud</a:t>
            </a:r>
            <a:r>
              <a:rPr lang="en-IN" sz="3500" b="1" dirty="0">
                <a:latin typeface="Courier New" panose="02070309020205020404" pitchFamily="49" charset="0"/>
              </a:rPr>
              <a:t> app deploy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 uploads and deploys the application.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optional project ID or version ID can also be specified. </a:t>
            </a:r>
          </a:p>
          <a:p>
            <a:pPr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3500" b="1" dirty="0" err="1">
                <a:latin typeface="Courier New" panose="02070309020205020404" pitchFamily="49" charset="0"/>
              </a:rPr>
              <a:t>gcloud</a:t>
            </a:r>
            <a:r>
              <a:rPr lang="en-IN" sz="3500" b="1" dirty="0">
                <a:latin typeface="Courier New" panose="02070309020205020404" pitchFamily="49" charset="0"/>
              </a:rPr>
              <a:t> app deploy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68"/>
    </mc:Choice>
    <mc:Fallback xmlns="">
      <p:transition spd="slow" advTm="4196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209800" y="379095"/>
            <a:ext cx="12039599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LAUNCHING &amp; RESULT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DD1ED-EBA3-499A-5FBB-E75FBA807050}"/>
              </a:ext>
            </a:extLst>
          </p:cNvPr>
          <p:cNvSpPr txBox="1"/>
          <p:nvPr/>
        </p:nvSpPr>
        <p:spPr>
          <a:xfrm>
            <a:off x="1676401" y="2288115"/>
            <a:ext cx="14935198" cy="682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Launching the Web Application</a:t>
            </a:r>
            <a:endParaRPr lang="en-I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deployment, the application can be opened using: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3700" b="1" dirty="0" err="1">
                <a:latin typeface="+mj-lt"/>
                <a:cs typeface="Times New Roman" panose="02020603050405020304" pitchFamily="18" charset="0"/>
              </a:rPr>
              <a:t>gcloud</a:t>
            </a:r>
            <a:r>
              <a:rPr lang="en-IN" sz="3700" b="1" dirty="0">
                <a:latin typeface="+mj-lt"/>
                <a:cs typeface="Times New Roman" panose="02020603050405020304" pitchFamily="18" charset="0"/>
              </a:rPr>
              <a:t> app browse</a:t>
            </a:r>
          </a:p>
          <a:p>
            <a:pPr>
              <a:lnSpc>
                <a:spcPct val="150000"/>
              </a:lnSpc>
              <a:buNone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then opened in the browser using the App Engine URL format: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3700" b="1" dirty="0">
                <a:latin typeface="+mj-lt"/>
                <a:cs typeface="Times New Roman" panose="02020603050405020304" pitchFamily="18" charset="0"/>
              </a:rPr>
              <a:t>https://PROJECT_ID.REGION_ID.r.appspot.com</a:t>
            </a:r>
          </a:p>
          <a:p>
            <a:pPr>
              <a:lnSpc>
                <a:spcPct val="150000"/>
              </a:lnSpc>
              <a:buNone/>
            </a:pPr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I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GAE Launcher was used to launch the web application successfully</a:t>
            </a:r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87"/>
    </mc:Choice>
    <mc:Fallback xmlns="">
      <p:transition spd="slow" advTm="3298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196DFA-C19E-8DD1-1F61-983C8C2D161B}"/>
              </a:ext>
            </a:extLst>
          </p:cNvPr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5" name="Freeform 3" descr="Startup 20">
              <a:extLst>
                <a:ext uri="{FF2B5EF4-FFF2-40B4-BE49-F238E27FC236}">
                  <a16:creationId xmlns:a16="http://schemas.microsoft.com/office/drawing/2014/main" id="{3E4D5DD9-3FA4-077C-7506-9E25086B0EE5}"/>
                </a:ext>
              </a:extLst>
            </p:cNvPr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97C986F-A838-81F1-6F9E-993FFF62BCBC}"/>
              </a:ext>
            </a:extLst>
          </p:cNvPr>
          <p:cNvSpPr txBox="1"/>
          <p:nvPr/>
        </p:nvSpPr>
        <p:spPr>
          <a:xfrm>
            <a:off x="3860364" y="419100"/>
            <a:ext cx="914400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4AAA71-6DA7-F8D1-D89E-8F20F93A7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943100"/>
            <a:ext cx="10498015" cy="70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2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65"/>
    </mc:Choice>
    <mc:Fallback xmlns="">
      <p:transition spd="slow" advTm="2406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483</Words>
  <Application>Microsoft Office PowerPoint</Application>
  <PresentationFormat>Custom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 Bold</vt:lpstr>
      <vt:lpstr>Courier New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EMBEDDED PROGRAMMING</dc:title>
  <dc:creator>S.Yogeshwari</dc:creator>
  <cp:lastModifiedBy>yogeshwaris1976@outlook.com</cp:lastModifiedBy>
  <cp:revision>9</cp:revision>
  <dcterms:created xsi:type="dcterms:W3CDTF">2006-08-16T00:00:00Z</dcterms:created>
  <dcterms:modified xsi:type="dcterms:W3CDTF">2026-08-20T13:47:29Z</dcterms:modified>
  <dc:identifier>DAHRaopGDYY</dc:identifier>
</cp:coreProperties>
</file>