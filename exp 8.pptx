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8288000" cy="10287000"/>
  <p:notesSz cx="6858000" cy="9144000"/>
  <p:embeddedFontLs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963" y="291416"/>
            <a:ext cx="16125987" cy="2434460"/>
            <a:chOff x="0" y="0"/>
            <a:chExt cx="24516590" cy="3701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16590" cy="3701161"/>
            </a:xfrm>
            <a:custGeom>
              <a:avLst/>
              <a:gdLst/>
              <a:ahLst/>
              <a:cxnLst/>
              <a:rect l="l" t="t" r="r" b="b"/>
              <a:pathLst>
                <a:path w="24516590" h="3701161">
                  <a:moveTo>
                    <a:pt x="0" y="0"/>
                  </a:moveTo>
                  <a:lnTo>
                    <a:pt x="24516590" y="0"/>
                  </a:lnTo>
                  <a:lnTo>
                    <a:pt x="24516590" y="3701161"/>
                  </a:lnTo>
                  <a:lnTo>
                    <a:pt x="0" y="3701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38" b="-253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494169" y="3269351"/>
            <a:ext cx="1353312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</a:t>
            </a:r>
          </a:p>
          <a:p>
            <a:pPr algn="ctr">
              <a:lnSpc>
                <a:spcPts val="4536"/>
              </a:lnSpc>
            </a:pPr>
            <a:r>
              <a:rPr lang="en-US" sz="4200" b="1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COMPUTING LAB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9000" y="4751570"/>
            <a:ext cx="11928934" cy="838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8. Creating and Executing Your First Container Using Docker.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9982" y="6622713"/>
            <a:ext cx="16908037" cy="3432553"/>
            <a:chOff x="-153899" y="0"/>
            <a:chExt cx="8421649" cy="45767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01433" cy="1995577"/>
            </a:xfrm>
            <a:custGeom>
              <a:avLst/>
              <a:gdLst/>
              <a:ahLst/>
              <a:cxnLst/>
              <a:rect l="l" t="t" r="r" b="b"/>
              <a:pathLst>
                <a:path w="6301433" h="1995577">
                  <a:moveTo>
                    <a:pt x="0" y="0"/>
                  </a:moveTo>
                  <a:lnTo>
                    <a:pt x="6301433" y="0"/>
                  </a:lnTo>
                  <a:lnTo>
                    <a:pt x="6301433" y="1995577"/>
                  </a:lnTo>
                  <a:lnTo>
                    <a:pt x="0" y="1995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-153899" y="2590684"/>
              <a:ext cx="8421649" cy="19860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3240"/>
                </a:lnSpc>
              </a:pPr>
              <a:r>
                <a:rPr lang="en-I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                                    AIM:</a:t>
              </a:r>
            </a:p>
            <a:p>
              <a:pPr algn="just">
                <a:lnSpc>
                  <a:spcPts val="3240"/>
                </a:lnSpc>
              </a:pPr>
              <a:endPara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write a program to Creating and Executing Your First Container Using Docker.</a:t>
              </a:r>
              <a:endPara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684679-8523-4AD1-FE38-8D5DB7238EEB}"/>
              </a:ext>
            </a:extLst>
          </p:cNvPr>
          <p:cNvSpPr txBox="1"/>
          <p:nvPr/>
        </p:nvSpPr>
        <p:spPr>
          <a:xfrm>
            <a:off x="1524000" y="6109620"/>
            <a:ext cx="47244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Padmini G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24CS0624</a:t>
            </a:r>
          </a:p>
          <a:p>
            <a:pPr algn="r">
              <a:spcBef>
                <a:spcPct val="20000"/>
              </a:spcBef>
              <a:defRPr/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BEF09-A297-5927-9BA6-9737097C885C}"/>
              </a:ext>
            </a:extLst>
          </p:cNvPr>
          <p:cNvSpPr txBox="1"/>
          <p:nvPr/>
        </p:nvSpPr>
        <p:spPr>
          <a:xfrm>
            <a:off x="13258800" y="6351831"/>
            <a:ext cx="4495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Thivyapriya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0"/>
    </mc:Choice>
    <mc:Fallback xmlns="">
      <p:transition spd="slow" advTm="117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720816" y="379095"/>
            <a:ext cx="13444104" cy="62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EXPERIMENT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10066-142E-760A-AD98-FFFFACEF7F82}"/>
              </a:ext>
            </a:extLst>
          </p:cNvPr>
          <p:cNvSpPr txBox="1"/>
          <p:nvPr/>
        </p:nvSpPr>
        <p:spPr>
          <a:xfrm>
            <a:off x="2819400" y="2654132"/>
            <a:ext cx="15043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basic Docker project containing a Python application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define the application environment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Python base image from Docker Hub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Docker image for the Python application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Docker image as a Docker container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successful execution of the Python application inside the container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and use basic Docker image and container management commands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56"/>
    </mc:Choice>
    <mc:Fallback xmlns="">
      <p:transition spd="slow" advTm="2605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82226" y="0"/>
            <a:ext cx="2668120" cy="2042553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276600" y="379095"/>
            <a:ext cx="10439399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B1DAE-982B-3522-E0B5-863D6626560A}"/>
              </a:ext>
            </a:extLst>
          </p:cNvPr>
          <p:cNvSpPr txBox="1"/>
          <p:nvPr/>
        </p:nvSpPr>
        <p:spPr>
          <a:xfrm>
            <a:off x="1752600" y="3009900"/>
            <a:ext cx="4267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Project/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main.py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65673-8C70-C7CB-AFF6-9CB82B40D7BF}"/>
              </a:ext>
            </a:extLst>
          </p:cNvPr>
          <p:cNvSpPr txBox="1"/>
          <p:nvPr/>
        </p:nvSpPr>
        <p:spPr>
          <a:xfrm>
            <a:off x="7467600" y="2857500"/>
            <a:ext cx="10287000" cy="644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files: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instructions to create the Docker image and configure the environment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Contains the Python application code to be executed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python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Uses the official Python image as the base image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main.py /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Copies the Python file into the Docker image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 [ "python", "./main.py" ]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Specifies the command to run the Python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88"/>
    </mc:Choice>
    <mc:Fallback xmlns="">
      <p:transition spd="slow" advTm="4688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4800" y="0"/>
            <a:ext cx="2847253" cy="2095500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6549368-A7AD-A202-FBF8-72F4C74305CA}"/>
              </a:ext>
            </a:extLst>
          </p:cNvPr>
          <p:cNvSpPr txBox="1"/>
          <p:nvPr/>
        </p:nvSpPr>
        <p:spPr>
          <a:xfrm>
            <a:off x="4114800" y="423438"/>
            <a:ext cx="1310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PYTHON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7975E-CB9A-AF9F-2C98-18BEF4E7A075}"/>
              </a:ext>
            </a:extLst>
          </p:cNvPr>
          <p:cNvSpPr txBox="1"/>
          <p:nvPr/>
        </p:nvSpPr>
        <p:spPr>
          <a:xfrm>
            <a:off x="1066800" y="2311904"/>
            <a:ext cx="6934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CREATING main.py</a:t>
            </a:r>
          </a:p>
          <a:p>
            <a:endParaRPr lang="en-IN" sz="3600" b="1" dirty="0"/>
          </a:p>
          <a:p>
            <a:r>
              <a:rPr lang="en-IN" sz="3600" b="1" dirty="0"/>
              <a:t>Creating main.py</a:t>
            </a:r>
          </a:p>
          <a:p>
            <a:r>
              <a:rPr lang="en-IN" sz="3600" dirty="0"/>
              <a:t>The </a:t>
            </a:r>
            <a:r>
              <a:rPr lang="en-IN" sz="3600" b="1" dirty="0"/>
              <a:t>main.py</a:t>
            </a:r>
            <a:r>
              <a:rPr lang="en-IN" sz="3600" dirty="0"/>
              <a:t> file contains the Python code that will be executed inside the Docker container.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CF9C5-6810-9E2F-2AAF-2849548B5034}"/>
              </a:ext>
            </a:extLst>
          </p:cNvPr>
          <p:cNvSpPr txBox="1"/>
          <p:nvPr/>
        </p:nvSpPr>
        <p:spPr>
          <a:xfrm>
            <a:off x="1295400" y="6513344"/>
            <a:ext cx="53231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Code:</a:t>
            </a:r>
          </a:p>
          <a:p>
            <a:endParaRPr lang="en-IN" sz="3600" b="1" dirty="0"/>
          </a:p>
          <a:p>
            <a:r>
              <a:rPr lang="en-IN" sz="3600" dirty="0"/>
              <a:t>#!/usr/bin/env python3</a:t>
            </a:r>
          </a:p>
          <a:p>
            <a:r>
              <a:rPr lang="en-IN" sz="3600" dirty="0"/>
              <a:t>print("Docker is magic!")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F18C9-87FC-52B7-5F80-8562F5C1E8BD}"/>
              </a:ext>
            </a:extLst>
          </p:cNvPr>
          <p:cNvSpPr txBox="1"/>
          <p:nvPr/>
        </p:nvSpPr>
        <p:spPr>
          <a:xfrm>
            <a:off x="9139084" y="2781300"/>
            <a:ext cx="8686800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Output:</a:t>
            </a:r>
          </a:p>
          <a:p>
            <a:r>
              <a:rPr lang="en-IN" sz="3600" dirty="0"/>
              <a:t>The message </a:t>
            </a:r>
            <a:r>
              <a:rPr lang="en-IN" sz="3600" b="1" dirty="0"/>
              <a:t>"Docker is magic!"</a:t>
            </a:r>
            <a:r>
              <a:rPr lang="en-IN" sz="3600" dirty="0"/>
              <a:t> is displayed when the Docker container is successfully executed.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b="1" dirty="0"/>
              <a:t>Key Point:</a:t>
            </a:r>
          </a:p>
          <a:p>
            <a:r>
              <a:rPr lang="en-IN" sz="3600" dirty="0"/>
              <a:t>The Python application is placed inside the Docker image using the </a:t>
            </a:r>
            <a:r>
              <a:rPr lang="en-IN" sz="3600" b="1" dirty="0"/>
              <a:t>COPY</a:t>
            </a:r>
            <a:r>
              <a:rPr lang="en-IN" sz="3600" dirty="0"/>
              <a:t> instruction in the </a:t>
            </a:r>
            <a:r>
              <a:rPr lang="en-IN" sz="3600" dirty="0" err="1"/>
              <a:t>Dockerfile</a:t>
            </a:r>
            <a:r>
              <a:rPr lang="en-IN" sz="3600" dirty="0"/>
              <a:t>.</a:t>
            </a:r>
          </a:p>
          <a:p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463"/>
    </mc:Choice>
    <mc:Fallback xmlns="">
      <p:transition spd="slow" advTm="594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505200" y="453226"/>
            <a:ext cx="9879344" cy="62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DOCKERFILE</a:t>
            </a: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02264-78DB-415E-E6AB-6DA91196A062}"/>
              </a:ext>
            </a:extLst>
          </p:cNvPr>
          <p:cNvSpPr txBox="1"/>
          <p:nvPr/>
        </p:nvSpPr>
        <p:spPr>
          <a:xfrm>
            <a:off x="1028700" y="1562100"/>
            <a:ext cx="80391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DOCKERFILE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instructions required to create the Docker image and run the Python application.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python:latest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main.py /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 [ "python", "./main.py"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F80CB-2D56-C88D-8D4E-0CE90FCF859E}"/>
              </a:ext>
            </a:extLst>
          </p:cNvPr>
          <p:cNvSpPr txBox="1"/>
          <p:nvPr/>
        </p:nvSpPr>
        <p:spPr>
          <a:xfrm>
            <a:off x="9753600" y="1839098"/>
            <a:ext cx="70104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Specifies the Python base image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Copies main.py into the Docker image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Specifies the command used to execute the Python program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complete environment and execution instructions for the application.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80"/>
    </mc:Choice>
    <mc:Fallback xmlns="">
      <p:transition spd="slow" advTm="627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3680" y="8603"/>
            <a:ext cx="2744320" cy="1966353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124200" y="379095"/>
            <a:ext cx="110490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DOCKER IMAGE</a:t>
            </a: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61841-C378-542D-7CC4-90407DECE486}"/>
              </a:ext>
            </a:extLst>
          </p:cNvPr>
          <p:cNvSpPr txBox="1"/>
          <p:nvPr/>
        </p:nvSpPr>
        <p:spPr>
          <a:xfrm>
            <a:off x="609600" y="1361428"/>
            <a:ext cx="1783080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Building the Docker Image</a:t>
            </a:r>
          </a:p>
          <a:p>
            <a:r>
              <a:rPr lang="en-IN" sz="3600" dirty="0"/>
              <a:t>After creating the </a:t>
            </a:r>
            <a:r>
              <a:rPr lang="en-IN" sz="3600" b="1" dirty="0" err="1"/>
              <a:t>Dockerfile</a:t>
            </a:r>
            <a:r>
              <a:rPr lang="en-IN" sz="3600" dirty="0"/>
              <a:t> and </a:t>
            </a:r>
            <a:r>
              <a:rPr lang="en-IN" sz="3600" b="1" dirty="0"/>
              <a:t>main.py</a:t>
            </a:r>
            <a:r>
              <a:rPr lang="en-IN" sz="3600" dirty="0"/>
              <a:t>, the Docker image is created using the Docker build command.</a:t>
            </a:r>
          </a:p>
          <a:p>
            <a:endParaRPr lang="en-IN" sz="3600" dirty="0"/>
          </a:p>
          <a:p>
            <a:r>
              <a:rPr lang="en-IN" sz="3600" b="1" dirty="0"/>
              <a:t>Command:</a:t>
            </a:r>
          </a:p>
          <a:p>
            <a:r>
              <a:rPr lang="en-IN" sz="3600" dirty="0"/>
              <a:t>docker build -t python-test .</a:t>
            </a:r>
          </a:p>
          <a:p>
            <a:endParaRPr lang="en-IN" sz="3600" dirty="0"/>
          </a:p>
          <a:p>
            <a:r>
              <a:rPr lang="en-IN" sz="3600" b="1" dirty="0"/>
              <a:t>Explanation: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Open the terminal in the project directory.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Make sure </a:t>
            </a:r>
            <a:r>
              <a:rPr lang="en-IN" sz="3600" b="1" dirty="0" err="1"/>
              <a:t>Dockerfile</a:t>
            </a:r>
            <a:r>
              <a:rPr lang="en-IN" sz="3600" dirty="0"/>
              <a:t> and </a:t>
            </a:r>
            <a:r>
              <a:rPr lang="en-IN" sz="3600" b="1" dirty="0"/>
              <a:t>main.py</a:t>
            </a:r>
            <a:r>
              <a:rPr lang="en-IN" sz="3600" dirty="0"/>
              <a:t> are present.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Execute the Docker build command.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Docker reads the instructions from the </a:t>
            </a:r>
            <a:r>
              <a:rPr lang="en-IN" sz="3600" dirty="0" err="1"/>
              <a:t>Dockerfile</a:t>
            </a:r>
            <a:r>
              <a:rPr lang="en-IN" sz="36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A new image named </a:t>
            </a:r>
            <a:r>
              <a:rPr lang="en-IN" sz="3600" b="1" dirty="0"/>
              <a:t>python-test</a:t>
            </a:r>
            <a:r>
              <a:rPr lang="en-IN" sz="3600" dirty="0"/>
              <a:t> is created.</a:t>
            </a:r>
          </a:p>
          <a:p>
            <a:endParaRPr lang="en-IN" sz="3600" dirty="0"/>
          </a:p>
          <a:p>
            <a:r>
              <a:rPr lang="en-IN" sz="3600" b="1" dirty="0"/>
              <a:t>Key Point:</a:t>
            </a:r>
          </a:p>
          <a:p>
            <a:r>
              <a:rPr lang="en-IN" sz="3600" dirty="0"/>
              <a:t>The Docker image contains everything required to run the Python application.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68"/>
    </mc:Choice>
    <mc:Fallback xmlns="">
      <p:transition spd="slow" advTm="419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64920" y="38100"/>
            <a:ext cx="2971800" cy="2184568"/>
            <a:chOff x="0" y="0"/>
            <a:chExt cx="3962400" cy="2912758"/>
          </a:xfrm>
        </p:grpSpPr>
        <p:sp>
          <p:nvSpPr>
            <p:cNvPr id="3" name="Freeform 3" descr="Startup 20"/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209800" y="379095"/>
            <a:ext cx="1203959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800" b="1" dirty="0"/>
              <a:t>RUNNING THE DOCKER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DD1ED-EBA3-499A-5FBB-E75FBA807050}"/>
              </a:ext>
            </a:extLst>
          </p:cNvPr>
          <p:cNvSpPr txBox="1"/>
          <p:nvPr/>
        </p:nvSpPr>
        <p:spPr>
          <a:xfrm>
            <a:off x="1143000" y="1562100"/>
            <a:ext cx="14935198" cy="803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Running the Application</a:t>
            </a:r>
          </a:p>
          <a:p>
            <a:r>
              <a:rPr lang="en-IN" sz="3600" dirty="0"/>
              <a:t>Once the Docker image is created, the application can be executed by creating a container from the image.</a:t>
            </a:r>
          </a:p>
          <a:p>
            <a:r>
              <a:rPr lang="en-IN" sz="3600" b="1" dirty="0"/>
              <a:t>Command:</a:t>
            </a:r>
          </a:p>
          <a:p>
            <a:r>
              <a:rPr lang="en-IN" sz="3600" dirty="0"/>
              <a:t>docker run python-test</a:t>
            </a:r>
          </a:p>
          <a:p>
            <a:r>
              <a:rPr lang="en-IN" sz="3600" b="1" dirty="0"/>
              <a:t>Execution: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Docker creates a container from the </a:t>
            </a:r>
            <a:r>
              <a:rPr lang="en-IN" sz="3600" b="1" dirty="0"/>
              <a:t>python-test</a:t>
            </a:r>
            <a:r>
              <a:rPr lang="en-IN" sz="3600" dirty="0"/>
              <a:t> image.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The command specified in </a:t>
            </a:r>
            <a:r>
              <a:rPr lang="en-IN" sz="3600" b="1" dirty="0"/>
              <a:t>CMD</a:t>
            </a:r>
            <a:r>
              <a:rPr lang="en-IN" sz="3600" dirty="0"/>
              <a:t> is executed.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The main.py program runs inside the container.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dirty="0"/>
              <a:t>The output is displayed in the terminal.</a:t>
            </a:r>
          </a:p>
          <a:p>
            <a:r>
              <a:rPr lang="en-IN" sz="3600" b="1" dirty="0"/>
              <a:t>Result:</a:t>
            </a:r>
          </a:p>
          <a:p>
            <a:r>
              <a:rPr lang="en-IN" sz="3600" dirty="0"/>
              <a:t>Docker is magic!</a:t>
            </a:r>
          </a:p>
          <a:p>
            <a:r>
              <a:rPr lang="en-IN" sz="3600" b="1" dirty="0"/>
              <a:t>Key Point:</a:t>
            </a:r>
          </a:p>
          <a:p>
            <a:r>
              <a:rPr lang="en-IN" sz="3600" dirty="0"/>
              <a:t>The Python application successfully runs inside the Docker container.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87"/>
    </mc:Choice>
    <mc:Fallback xmlns="">
      <p:transition spd="slow" advTm="3298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8E858-99D1-E13D-38DB-BB4B8CCEA3B6}"/>
              </a:ext>
            </a:extLst>
          </p:cNvPr>
          <p:cNvSpPr txBox="1"/>
          <p:nvPr/>
        </p:nvSpPr>
        <p:spPr>
          <a:xfrm>
            <a:off x="2590800" y="419100"/>
            <a:ext cx="1264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DOCKER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EC214-AC2E-A5F8-89EC-A91BB409D272}"/>
              </a:ext>
            </a:extLst>
          </p:cNvPr>
          <p:cNvSpPr txBox="1"/>
          <p:nvPr/>
        </p:nvSpPr>
        <p:spPr>
          <a:xfrm>
            <a:off x="990600" y="1917290"/>
            <a:ext cx="7620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Commands</a:t>
            </a:r>
          </a:p>
          <a:p>
            <a:pPr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Docker images: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ls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specific image: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rm [image name]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all images: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rm $(docker images -a -q)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 Commands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containers: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 container: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stop [container name]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148F2-D8E8-1EEA-054F-1B6B8628136B}"/>
              </a:ext>
            </a:extLst>
          </p:cNvPr>
          <p:cNvSpPr txBox="1"/>
          <p:nvPr/>
        </p:nvSpPr>
        <p:spPr>
          <a:xfrm>
            <a:off x="9982200" y="1943100"/>
            <a:ext cx="7620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stopped container: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rm [container name]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container logs: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logs [container name]</a:t>
            </a: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</a:p>
          <a:p>
            <a:pPr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commands can be used to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run, monitor, stop and manage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and containers.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8DC57509-B8B2-DC03-E9F5-93EDE1A89D2E}"/>
              </a:ext>
            </a:extLst>
          </p:cNvPr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9" name="Freeform 3" descr="Startup 20">
              <a:extLst>
                <a:ext uri="{FF2B5EF4-FFF2-40B4-BE49-F238E27FC236}">
                  <a16:creationId xmlns:a16="http://schemas.microsoft.com/office/drawing/2014/main" id="{F6D0F7B0-4866-4FC0-426C-E562201EFE65}"/>
                </a:ext>
              </a:extLst>
            </p:cNvPr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917171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196DFA-C19E-8DD1-1F61-983C8C2D161B}"/>
              </a:ext>
            </a:extLst>
          </p:cNvPr>
          <p:cNvGrpSpPr/>
          <p:nvPr/>
        </p:nvGrpSpPr>
        <p:grpSpPr>
          <a:xfrm>
            <a:off x="15164920" y="129147"/>
            <a:ext cx="2971800" cy="2184568"/>
            <a:chOff x="0" y="0"/>
            <a:chExt cx="3962400" cy="2912758"/>
          </a:xfrm>
        </p:grpSpPr>
        <p:sp>
          <p:nvSpPr>
            <p:cNvPr id="5" name="Freeform 3" descr="Startup 20">
              <a:extLst>
                <a:ext uri="{FF2B5EF4-FFF2-40B4-BE49-F238E27FC236}">
                  <a16:creationId xmlns:a16="http://schemas.microsoft.com/office/drawing/2014/main" id="{3E4D5DD9-3FA4-077C-7506-9E25086B0EE5}"/>
                </a:ext>
              </a:extLst>
            </p:cNvPr>
            <p:cNvSpPr/>
            <p:nvPr/>
          </p:nvSpPr>
          <p:spPr>
            <a:xfrm>
              <a:off x="0" y="0"/>
              <a:ext cx="3962400" cy="2912745"/>
            </a:xfrm>
            <a:custGeom>
              <a:avLst/>
              <a:gdLst/>
              <a:ahLst/>
              <a:cxnLst/>
              <a:rect l="l" t="t" r="r" b="b"/>
              <a:pathLst>
                <a:path w="3962400" h="2912745">
                  <a:moveTo>
                    <a:pt x="0" y="0"/>
                  </a:moveTo>
                  <a:lnTo>
                    <a:pt x="3962400" y="0"/>
                  </a:lnTo>
                  <a:lnTo>
                    <a:pt x="3962400" y="2912745"/>
                  </a:lnTo>
                  <a:lnTo>
                    <a:pt x="0" y="2912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3"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97C986F-A838-81F1-6F9E-993FFF62BCBC}"/>
              </a:ext>
            </a:extLst>
          </p:cNvPr>
          <p:cNvSpPr txBox="1"/>
          <p:nvPr/>
        </p:nvSpPr>
        <p:spPr>
          <a:xfrm>
            <a:off x="3860364" y="419100"/>
            <a:ext cx="914400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94361-1082-CD56-A9AD-DCC4B17426F0}"/>
              </a:ext>
            </a:extLst>
          </p:cNvPr>
          <p:cNvSpPr txBox="1"/>
          <p:nvPr/>
        </p:nvSpPr>
        <p:spPr>
          <a:xfrm>
            <a:off x="1981200" y="2781300"/>
            <a:ext cx="136398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application was successfully built as a Docker image and executed inside a Docker container.</a:t>
            </a:r>
          </a:p>
          <a:p>
            <a:pPr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Output:</a:t>
            </a:r>
          </a:p>
          <a:p>
            <a:pPr rtl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magic!</a:t>
            </a:r>
          </a:p>
          <a:p>
            <a:pPr rtl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 Python application was successfully containerized using Docker, a Docker image was created, and the application was executed successfully inside a Docker container.</a:t>
            </a:r>
          </a:p>
        </p:txBody>
      </p:sp>
    </p:spTree>
    <p:extLst>
      <p:ext uri="{BB962C8B-B14F-4D97-AF65-F5344CB8AC3E}">
        <p14:creationId xmlns:p14="http://schemas.microsoft.com/office/powerpoint/2010/main" val="283402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65"/>
    </mc:Choice>
    <mc:Fallback xmlns="">
      <p:transition spd="slow" advTm="2406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726</Words>
  <Application>Microsoft Office PowerPoint</Application>
  <PresentationFormat>Custom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EMBEDDED PROGRAMMING</dc:title>
  <dc:creator>S.Yogeshwari</dc:creator>
  <cp:lastModifiedBy>Padmini G</cp:lastModifiedBy>
  <cp:revision>11</cp:revision>
  <dcterms:created xsi:type="dcterms:W3CDTF">2006-08-16T00:00:00Z</dcterms:created>
  <dcterms:modified xsi:type="dcterms:W3CDTF">2026-08-21T05:30:52Z</dcterms:modified>
  <dc:identifier>DAHRaopGDYY</dc:identifier>
</cp:coreProperties>
</file>