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505F-E0A1-E99D-DF47-781BADE6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69E9-BD72-5733-FBE0-DD144C7776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C093-ED25-1BA0-E2C4-DEE9B6BD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FF689-9430-C9D6-A1C5-6829FAEE0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10CA0-6311-60E0-B5F2-A57E41DBF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777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AD8CB-B46D-3605-9EB9-B1E940F08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70F06-55AB-E11B-6CB6-3B113B326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51DFD-6575-D5E5-91FC-FA3B7766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F4772F-7872-7C6D-EE73-8A67DE0E5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E1C6-C1CE-B8E6-043D-430A56D5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652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F265F-E425-D3F2-84DB-FD9B00B9F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6B26A-4174-3D2E-CB83-B125B130F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C0909-C254-4D82-8ED7-147E3398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6DBAB-4A74-73F9-3FC3-2DB3B691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28164-AF54-7847-1D49-D102AD94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843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4B94-D1FC-3A9F-DA0B-9EF2C072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FCFB-B9B8-8346-DC9B-F379479B12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D2211-63BA-1B67-7E6C-11A68CB7C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C5FDD-5313-1AD8-48EC-C2550C3A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3B2B4-01AE-190D-33FE-B3B8C4F40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64F60-638B-DAC0-D4E4-78989B195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14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5AAA7-87F3-078E-9685-76C12811A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BB4142-EDAE-3A5A-0DC9-436F022E3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7CD99-B907-4AC9-EA2F-2F4A6F63F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2CFF9F-45A5-1D49-A1A6-E65CAAF62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E0B3F-F712-1D3E-71DC-262727547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0FAC0C-24D7-C033-1D65-7E05E6C8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D838E-2B96-2E1E-69A0-DBD462A65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865AD-5467-EDE8-C2B1-E0CD2007C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79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7B0BA-443D-B527-2A58-7DEAE4DBF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ACF3AC-F31A-D375-AE51-B24EF35BF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67F6E-49BA-4129-B8D9-B2F2A6B4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9AFEE-111C-34D7-D205-9449A6A48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756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728F00-01B2-D927-47A3-728E96A2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A930EC-F6B0-C8E4-EE84-014830DA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FF644-8B51-AB6F-8FED-1E5B748C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09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08318-619D-DC71-DE05-A0E4AAEF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A48EC-7344-9F2C-F3B8-A6D17E9DD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1FEE48-581E-1A4B-7F56-D02D51D54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9EB88-B0F8-FF23-7AE1-5190E2A04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F3A4E-BEB0-022B-98C5-353C68C8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44CAD-A026-871E-FD9E-AA3F4CC90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47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264E-A039-21C7-1A3B-B0B432F47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DC1AD-4B2C-1BB2-D8FE-3C8E82E6B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C7DE98-9794-EA28-7ABC-6EE52687C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B166D1-DA5C-8B20-CD3A-FDB76DEFF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8A4B0-8AAE-07FF-F4E7-0C016D48F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9E5E1-C135-A90A-28FD-16D69F6AD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173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36423-D6FB-5962-0C28-D3C28D87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059D4-A36F-A897-DA34-AE242EBCB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9AB39-50F1-101F-3BF7-B0F17D88C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78B03-E868-0028-61DA-FD6345F85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1DE2C-6486-453A-99C4-8EC40351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4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799EC-C0B6-F6C3-843D-349FF596B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EFDEA-A18A-1725-27D6-6A5C031B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D524A-60F8-B52F-BD00-4DE133D64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6C767-4514-4FE7-BC1D-C04E307A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8E719-6D87-F526-46A6-3D7DCA81B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07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9935A0-9F6D-B629-F1C6-9BE2559F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E655C-161B-B93D-E115-C639FAF3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083567-817D-977F-19D6-3B14444B1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B0D12-0B64-4524-BAA1-73834EC4593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C5790-EF1D-285D-1E54-77CB601F83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B3078-71EE-F7F1-7759-8F5529E5B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CC4F4-C1D6-45DE-9E24-938269AFAC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924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">
            <a:extLst>
              <a:ext uri="{FF2B5EF4-FFF2-40B4-BE49-F238E27FC236}">
                <a16:creationId xmlns:a16="http://schemas.microsoft.com/office/drawing/2014/main" id="{3D4F3D34-8B10-283B-089D-2478D1890D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794" y="183662"/>
            <a:ext cx="9795387" cy="11240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DD29E5-FDB9-883B-1EDE-2DF70B96A9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2124" y="183662"/>
            <a:ext cx="1601942" cy="12125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2A85E7-3709-2277-FC74-0C95482C5B4B}"/>
              </a:ext>
            </a:extLst>
          </p:cNvPr>
          <p:cNvSpPr txBox="1"/>
          <p:nvPr/>
        </p:nvSpPr>
        <p:spPr>
          <a:xfrm>
            <a:off x="1248697" y="2969342"/>
            <a:ext cx="979538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6.Find a procedure to transfer the files from one virtual machine to another virtual machine.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A7483-0645-BD01-EF43-51A195A1E2CB}"/>
              </a:ext>
            </a:extLst>
          </p:cNvPr>
          <p:cNvSpPr txBox="1"/>
          <p:nvPr/>
        </p:nvSpPr>
        <p:spPr>
          <a:xfrm>
            <a:off x="2310581" y="1632156"/>
            <a:ext cx="851719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Department of Computer Science and Engineering</a:t>
            </a:r>
          </a:p>
          <a:p>
            <a:r>
              <a:rPr lang="en-US" sz="3600" dirty="0">
                <a:solidFill>
                  <a:srgbClr val="FF0000"/>
                </a:solidFill>
              </a:rPr>
              <a:t>          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69596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C6D166-2116-B6D8-7B46-BBCD91288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E5CB17-B2AC-CDBB-7C5F-7799DDE9CBAC}"/>
              </a:ext>
            </a:extLst>
          </p:cNvPr>
          <p:cNvSpPr txBox="1"/>
          <p:nvPr/>
        </p:nvSpPr>
        <p:spPr>
          <a:xfrm>
            <a:off x="589935" y="1268361"/>
            <a:ext cx="10028904" cy="3905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IN" sz="3200" b="1" dirty="0"/>
          </a:p>
          <a:p>
            <a:pPr lvl="0"/>
            <a:r>
              <a:rPr lang="en-IN" sz="3200" b="1" dirty="0"/>
              <a:t>Aim:</a:t>
            </a:r>
            <a:r>
              <a:rPr lang="en-IN" sz="3200" dirty="0"/>
              <a:t> </a:t>
            </a:r>
          </a:p>
          <a:p>
            <a:pPr lvl="0"/>
            <a:r>
              <a:rPr lang="en-IN" sz="2800" dirty="0"/>
              <a:t>         To find a procedure to transfer files from one virtual machine to another virtual machine. </a:t>
            </a:r>
          </a:p>
          <a:p>
            <a:pPr lvl="0"/>
            <a:endParaRPr lang="en-IN" sz="2800" dirty="0"/>
          </a:p>
          <a:p>
            <a:pPr lvl="0"/>
            <a:r>
              <a:rPr lang="en-IN" sz="3200" b="1" dirty="0"/>
              <a:t>Tool Used:</a:t>
            </a:r>
            <a:r>
              <a:rPr lang="en-IN" sz="3200" dirty="0"/>
              <a:t> </a:t>
            </a:r>
            <a:r>
              <a:rPr lang="en-IN" sz="2800" dirty="0"/>
              <a:t>Oracle VirtualBox </a:t>
            </a:r>
          </a:p>
          <a:p>
            <a:pPr lvl="0"/>
            <a:endParaRPr lang="en-IN" sz="2800" dirty="0"/>
          </a:p>
          <a:p>
            <a:pPr lvl="0"/>
            <a:r>
              <a:rPr lang="en-IN" sz="3200" b="1" dirty="0"/>
              <a:t>Experiment:</a:t>
            </a:r>
            <a:r>
              <a:rPr lang="en-IN" sz="3200" dirty="0"/>
              <a:t> </a:t>
            </a:r>
            <a:r>
              <a:rPr lang="en-IN" sz="2800" dirty="0"/>
              <a:t>Virtual Machine File Transfer</a:t>
            </a:r>
          </a:p>
        </p:txBody>
      </p:sp>
    </p:spTree>
    <p:extLst>
      <p:ext uri="{BB962C8B-B14F-4D97-AF65-F5344CB8AC3E}">
        <p14:creationId xmlns:p14="http://schemas.microsoft.com/office/powerpoint/2010/main" val="3077530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7BB3D-F29F-C417-7DC5-65DC373F2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64561E-FF0A-28BC-7BF7-FFD7188E8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247379-8946-7A04-9787-2989B37F558A}"/>
              </a:ext>
            </a:extLst>
          </p:cNvPr>
          <p:cNvSpPr txBox="1"/>
          <p:nvPr/>
        </p:nvSpPr>
        <p:spPr>
          <a:xfrm>
            <a:off x="2694039" y="422787"/>
            <a:ext cx="897685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Methods of File Transfer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955CD2-2E67-0F1F-1F70-D0E2C28A156C}"/>
              </a:ext>
            </a:extLst>
          </p:cNvPr>
          <p:cNvSpPr txBox="1"/>
          <p:nvPr/>
        </p:nvSpPr>
        <p:spPr>
          <a:xfrm>
            <a:off x="698090" y="1612490"/>
            <a:ext cx="6253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THREE METHODS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FF6FDF-A7FD-972A-65DA-DF09A28A7FA4}"/>
              </a:ext>
            </a:extLst>
          </p:cNvPr>
          <p:cNvSpPr txBox="1"/>
          <p:nvPr/>
        </p:nvSpPr>
        <p:spPr>
          <a:xfrm>
            <a:off x="1848464" y="2222090"/>
            <a:ext cx="7295535" cy="3893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 </a:t>
            </a:r>
            <a:r>
              <a:rPr lang="en-IN" sz="2400" b="1" dirty="0"/>
              <a:t>Copy &amp; Paste / Drag &amp; Drop</a:t>
            </a:r>
            <a:r>
              <a:rPr lang="en-I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Transfer files directly between host and guest.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Supports Host → Guest and Guest → Host. </a:t>
            </a:r>
          </a:p>
          <a:p>
            <a:pPr lvl="0"/>
            <a:r>
              <a:rPr lang="en-IN" sz="2400" dirty="0"/>
              <a:t> </a:t>
            </a:r>
            <a:r>
              <a:rPr lang="en-IN" sz="2400" b="1" dirty="0"/>
              <a:t>USB Drive</a:t>
            </a:r>
            <a:r>
              <a:rPr lang="en-I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Transfer files using a physical USB device.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USB access must be enabled in VirtualBox. </a:t>
            </a:r>
          </a:p>
          <a:p>
            <a:pPr lvl="0"/>
            <a:r>
              <a:rPr lang="en-IN" sz="2400" dirty="0"/>
              <a:t> </a:t>
            </a:r>
            <a:r>
              <a:rPr lang="en-IN" sz="2400" b="1" dirty="0"/>
              <a:t>Network / Shared Folder</a:t>
            </a:r>
            <a:r>
              <a:rPr lang="en-IN" sz="2400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Create a shared folder accessible by the virtual machine.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Useful for transferring multiple files regularly.</a:t>
            </a:r>
          </a:p>
        </p:txBody>
      </p:sp>
    </p:spTree>
    <p:extLst>
      <p:ext uri="{BB962C8B-B14F-4D97-AF65-F5344CB8AC3E}">
        <p14:creationId xmlns:p14="http://schemas.microsoft.com/office/powerpoint/2010/main" val="115171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A85AB-4D60-0B94-CD2B-17386292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B8618-EEBD-597E-E7E4-54B3ADE2A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2BAADD-AC79-67D5-7E72-017E1F9165DE}"/>
              </a:ext>
            </a:extLst>
          </p:cNvPr>
          <p:cNvSpPr txBox="1"/>
          <p:nvPr/>
        </p:nvSpPr>
        <p:spPr>
          <a:xfrm>
            <a:off x="3411794" y="471948"/>
            <a:ext cx="5732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Copy &amp; Paste / Drag &amp; Drop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8D4FA7-1687-D1AD-A3B1-646CACB1DC79}"/>
              </a:ext>
            </a:extLst>
          </p:cNvPr>
          <p:cNvSpPr txBox="1"/>
          <p:nvPr/>
        </p:nvSpPr>
        <p:spPr>
          <a:xfrm>
            <a:off x="727587" y="1388018"/>
            <a:ext cx="84164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Procedure: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271497-4669-E5B5-3588-E658E3E9F55A}"/>
              </a:ext>
            </a:extLst>
          </p:cNvPr>
          <p:cNvSpPr txBox="1"/>
          <p:nvPr/>
        </p:nvSpPr>
        <p:spPr>
          <a:xfrm>
            <a:off x="2202426" y="2143431"/>
            <a:ext cx="69415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Start the virtual machine.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Open </a:t>
            </a:r>
            <a:r>
              <a:rPr lang="en-IN" sz="2400" b="1" dirty="0"/>
              <a:t>VirtualBox → Devices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Select </a:t>
            </a:r>
            <a:r>
              <a:rPr lang="en-IN" sz="2400" b="1" dirty="0"/>
              <a:t>Drag and Drop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Choose: </a:t>
            </a:r>
          </a:p>
          <a:p>
            <a:pPr lvl="1"/>
            <a:r>
              <a:rPr lang="en-IN" sz="2400" dirty="0"/>
              <a:t>Host to Guest </a:t>
            </a:r>
          </a:p>
          <a:p>
            <a:pPr lvl="1"/>
            <a:r>
              <a:rPr lang="en-IN" sz="2400" dirty="0"/>
              <a:t>Guest to Host </a:t>
            </a:r>
          </a:p>
          <a:p>
            <a:pPr lvl="1"/>
            <a:r>
              <a:rPr lang="en-IN" sz="2400" dirty="0"/>
              <a:t>Bidirectional </a:t>
            </a:r>
          </a:p>
          <a:p>
            <a:pPr lvl="1"/>
            <a:r>
              <a:rPr lang="en-IN" sz="2400" dirty="0"/>
              <a:t>Disabled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Select </a:t>
            </a:r>
            <a:r>
              <a:rPr lang="en-IN" sz="2400" b="1" dirty="0"/>
              <a:t>Bidirectional</a:t>
            </a:r>
            <a:r>
              <a:rPr lang="en-IN" sz="2400" dirty="0"/>
              <a:t> for easy two-way transfer.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Drag the required file between the systems.</a:t>
            </a:r>
          </a:p>
        </p:txBody>
      </p:sp>
    </p:spTree>
    <p:extLst>
      <p:ext uri="{BB962C8B-B14F-4D97-AF65-F5344CB8AC3E}">
        <p14:creationId xmlns:p14="http://schemas.microsoft.com/office/powerpoint/2010/main" val="1330326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200B-A387-CF41-FC67-F6ABB013F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45B340-1FE2-243C-C30D-93D52590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AA57AE-4306-76EA-DF68-62A598541435}"/>
              </a:ext>
            </a:extLst>
          </p:cNvPr>
          <p:cNvSpPr txBox="1"/>
          <p:nvPr/>
        </p:nvSpPr>
        <p:spPr>
          <a:xfrm>
            <a:off x="3057832" y="471948"/>
            <a:ext cx="6086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Transfer Using USB Drive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FBBE90-100B-0EBE-D4D6-5D92B91DF935}"/>
              </a:ext>
            </a:extLst>
          </p:cNvPr>
          <p:cNvSpPr txBox="1"/>
          <p:nvPr/>
        </p:nvSpPr>
        <p:spPr>
          <a:xfrm>
            <a:off x="2025445" y="2172929"/>
            <a:ext cx="7118555" cy="344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Install the </a:t>
            </a:r>
            <a:r>
              <a:rPr lang="en-IN" sz="2400" b="1" dirty="0"/>
              <a:t>VirtualBox Extension Pack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Connect the USB drive to the computer.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Open </a:t>
            </a:r>
            <a:r>
              <a:rPr lang="en-IN" sz="2400" b="1" dirty="0"/>
              <a:t>VirtualBox → File → Preferences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Select </a:t>
            </a:r>
            <a:r>
              <a:rPr lang="en-IN" sz="2400" b="1" dirty="0"/>
              <a:t>Extensions → +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Select and install the Extension Pack.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Open VM </a:t>
            </a:r>
            <a:r>
              <a:rPr lang="en-IN" sz="2400" b="1" dirty="0"/>
              <a:t>Settings → USB</a:t>
            </a:r>
            <a:r>
              <a:rPr lang="en-IN" sz="24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Enable USB access.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Attach the USB device to the virtual machine.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400" dirty="0"/>
              <a:t>Copy the required files.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9D6A64-C927-8512-498F-1335C52C3AB7}"/>
              </a:ext>
            </a:extLst>
          </p:cNvPr>
          <p:cNvSpPr txBox="1"/>
          <p:nvPr/>
        </p:nvSpPr>
        <p:spPr>
          <a:xfrm>
            <a:off x="904568" y="1514168"/>
            <a:ext cx="82394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Procedure:</a:t>
            </a:r>
          </a:p>
        </p:txBody>
      </p:sp>
    </p:spTree>
    <p:extLst>
      <p:ext uri="{BB962C8B-B14F-4D97-AF65-F5344CB8AC3E}">
        <p14:creationId xmlns:p14="http://schemas.microsoft.com/office/powerpoint/2010/main" val="427429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D0F1-7742-6DD1-0A16-16B259249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3ACC0-16FB-3703-57FE-8B3459FF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33B9A6-9877-FD19-DC77-7B14D5F9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084" y="1082777"/>
            <a:ext cx="7246375" cy="483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966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C0E6-C77F-1A4B-FC56-DAF6C70F6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21E588-3948-033E-29B7-B3C75EEB9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84FCBF-D170-99D2-AA11-D865CAA5EFC3}"/>
              </a:ext>
            </a:extLst>
          </p:cNvPr>
          <p:cNvSpPr txBox="1"/>
          <p:nvPr/>
        </p:nvSpPr>
        <p:spPr>
          <a:xfrm>
            <a:off x="2920181" y="521110"/>
            <a:ext cx="62238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/>
              <a:t>Shared Folder Method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AB44B9-6B3C-CE65-CD57-4CFBE04EC271}"/>
              </a:ext>
            </a:extLst>
          </p:cNvPr>
          <p:cNvSpPr txBox="1"/>
          <p:nvPr/>
        </p:nvSpPr>
        <p:spPr>
          <a:xfrm>
            <a:off x="1002890" y="1553498"/>
            <a:ext cx="81411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Procedure: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3CC9E-36FE-6528-9902-39BE65E71075}"/>
              </a:ext>
            </a:extLst>
          </p:cNvPr>
          <p:cNvSpPr txBox="1"/>
          <p:nvPr/>
        </p:nvSpPr>
        <p:spPr>
          <a:xfrm>
            <a:off x="2605549" y="2138273"/>
            <a:ext cx="6538452" cy="3928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Install </a:t>
            </a:r>
            <a:r>
              <a:rPr lang="en-IN" sz="2000" b="1" dirty="0"/>
              <a:t>VirtualBox Guest Additions</a:t>
            </a:r>
            <a:r>
              <a:rPr lang="en-IN" sz="20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Select </a:t>
            </a:r>
            <a:r>
              <a:rPr lang="en-IN" sz="2000" b="1" dirty="0"/>
              <a:t>Devices → Shared Folders → Shared Folder Settings</a:t>
            </a:r>
            <a:r>
              <a:rPr lang="en-IN" sz="20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Click </a:t>
            </a:r>
            <a:r>
              <a:rPr lang="en-IN" sz="2000" b="1" dirty="0"/>
              <a:t>+ Add Shared Folder</a:t>
            </a:r>
            <a:r>
              <a:rPr lang="en-IN" sz="2000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Select the folder path from the host system.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Enter a folder name.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Enable: </a:t>
            </a:r>
          </a:p>
          <a:p>
            <a:pPr lvl="0"/>
            <a:r>
              <a:rPr lang="en-IN" sz="2000" dirty="0"/>
              <a:t>             ☑ </a:t>
            </a:r>
            <a:r>
              <a:rPr lang="en-IN" sz="2000" b="1" dirty="0"/>
              <a:t>Auto-mount</a:t>
            </a:r>
            <a:r>
              <a:rPr lang="en-IN" sz="2000" dirty="0"/>
              <a:t> </a:t>
            </a:r>
          </a:p>
          <a:p>
            <a:pPr lvl="1"/>
            <a:r>
              <a:rPr lang="en-IN" sz="2000" dirty="0"/>
              <a:t>☑ </a:t>
            </a:r>
            <a:r>
              <a:rPr lang="en-IN" sz="2000" b="1" dirty="0"/>
              <a:t>Make Permanent</a:t>
            </a:r>
            <a:r>
              <a:rPr lang="en-IN" sz="2000" dirty="0"/>
              <a:t> </a:t>
            </a:r>
          </a:p>
          <a:p>
            <a:pPr lvl="0"/>
            <a:r>
              <a:rPr lang="en-IN" sz="2000" dirty="0"/>
              <a:t>7. Click </a:t>
            </a:r>
            <a:r>
              <a:rPr lang="en-IN" sz="2000" b="1" dirty="0"/>
              <a:t>OK</a:t>
            </a:r>
            <a:r>
              <a:rPr lang="en-IN" sz="2000" dirty="0"/>
              <a:t>. </a:t>
            </a:r>
          </a:p>
          <a:p>
            <a:pPr lvl="0"/>
            <a:r>
              <a:rPr lang="en-IN" sz="2000" dirty="0"/>
              <a:t>8. Open the shared folder inside the VM. </a:t>
            </a:r>
          </a:p>
          <a:p>
            <a:pPr lvl="0"/>
            <a:r>
              <a:rPr lang="en-IN" sz="2000" dirty="0"/>
              <a:t>9. Copy/paste the required files.</a:t>
            </a:r>
          </a:p>
        </p:txBody>
      </p:sp>
    </p:spTree>
    <p:extLst>
      <p:ext uri="{BB962C8B-B14F-4D97-AF65-F5344CB8AC3E}">
        <p14:creationId xmlns:p14="http://schemas.microsoft.com/office/powerpoint/2010/main" val="130844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548A-C354-3637-2461-01104A3C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94397B-6F9A-1BD0-39F5-440E2F188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358B7D-4AEC-BCA5-26B2-5DF8FF423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4607" y="1193995"/>
            <a:ext cx="7433186" cy="480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FC979-439F-C706-EC84-FAADD5218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4E01D-E496-3BBC-0A24-114191850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144120"/>
            <a:ext cx="1643399" cy="124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33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312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bowsiya k</dc:creator>
  <cp:lastModifiedBy>bowsiya k</cp:lastModifiedBy>
  <cp:revision>1</cp:revision>
  <dcterms:created xsi:type="dcterms:W3CDTF">2026-08-20T05:37:39Z</dcterms:created>
  <dcterms:modified xsi:type="dcterms:W3CDTF">2026-08-20T14:36:43Z</dcterms:modified>
</cp:coreProperties>
</file>