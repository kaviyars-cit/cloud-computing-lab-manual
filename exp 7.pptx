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</a:fld>
            <a:endParaRPr lang="en-IN" b="1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11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</a:fld>
            <a:endParaRPr lang="en-IN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  <a:endParaRPr lang="en-US" sz="2800" dirty="0"/>
          </a:p>
          <a:p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8950" y="3986530"/>
            <a:ext cx="8696960" cy="1034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Hadoop Single Node Cluster &amp; WordCount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9348470" y="5135880"/>
            <a:ext cx="2844165" cy="851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0">
              <a:buNone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Mrs. ThivaPriya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/>
          <p:cNvSpPr txBox="1"/>
          <p:nvPr/>
        </p:nvSpPr>
        <p:spPr>
          <a:xfrm>
            <a:off x="3512785" y="633222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CLOUD COMPUTING LAB — EXPERIMENT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 wrap="square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Experiment Aim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Hadoop &amp; Its Modules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Install Java, SSH &amp; Hadoop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Configure Hadoop Environment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Configure HDFS, YARN &amp; MapReduce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Start Hadoop Services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MapReduce &amp; WordCount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Run WordCount &amp; Verify Output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Key Takeaways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21-08-2026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6658" y="6356350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7770" y="91440"/>
            <a:ext cx="40474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AIM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7415" y="960120"/>
            <a:ext cx="7469505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Ex. No: 07 — Hadoop Single Node Cluster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9595" y="182626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369820"/>
            <a:ext cx="10473055" cy="7931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procedure to set up a one-node Hadoop cluster and run a simple WordCount application.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519170"/>
            <a:ext cx="411480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WE WILL ACHIEVE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237482"/>
            <a:ext cx="9144000" cy="227012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Install Java as the main prerequisite for Hadoop.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 SSH and create the Hadoop user.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Install and configure Hadoop.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 HDFS, YARN and MapReduce.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Start the Hadoop services and verify the cluster.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Run the WordCount MapReduce application and verify the output.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0265" y="255905"/>
            <a:ext cx="465836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HADOOP &amp; ITS MODULES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5950" y="1280160"/>
            <a:ext cx="365760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LAB ENVIRONMENT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3075" y="1791970"/>
            <a:ext cx="6636385" cy="478028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1. Java — main prerequisite for running Hadoop.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2. SSH — enables passwordless local communication during setup.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3. Hadoop — framework for distributed storage and processing.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4. HDFS — stores data across the Hadoop file system.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5. YARN — manages cluster resources and application scheduling.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6. MapReduce — programming model for large-scale data processing.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9130" y="899795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08825" y="1353312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8825" y="2011680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08825" y="2670048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HADOOP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8825" y="3327781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8825" y="3986783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8825" y="4644517"/>
            <a:ext cx="2971800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MAPREDUCE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05088" y="210185"/>
            <a:ext cx="28949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INSTALL HADOOP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90779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PROCEDURE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458722"/>
            <a:ext cx="5486400" cy="405574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Update the package list and install Java.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Install the OpenSSH server.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Generate an SSH key for passwordless local access.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4. Create the Hadoop group and user.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5. Copy the Hadoop archive to the system.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6. Extract Hadoop into /usr/local/lib/.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7. Change ownership of the Hadoop directory.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8. Create the HDFS NameNode and DataNode directories.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9. Verify the Java installation path.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10. Add Hadoop and Java environment variables to ~/.bashrc.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5650865"/>
            <a:ext cx="9144000" cy="6235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✓  Google App Engine development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300" b="1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tools are configured.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page-40.jpg"/>
          <p:cNvPicPr>
            <a:picLocks noChangeAspect="1"/>
          </p:cNvPicPr>
          <p:nvPr/>
        </p:nvPicPr>
        <p:blipFill>
          <a:blip r:embed="rId1"/>
          <a:srcRect l="9823" t="13075" r="10850" b="13857"/>
          <a:stretch>
            <a:fillRect/>
          </a:stretch>
        </p:blipFill>
        <p:spPr>
          <a:xfrm>
            <a:off x="6341110" y="490220"/>
            <a:ext cx="3990975" cy="5947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0635" y="91440"/>
            <a:ext cx="45516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CONFIGURE HADOOP</a:t>
            </a:r>
            <a:endParaRPr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45720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HADOOP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4663440" cy="38246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1. Set JAVA_HOME and HADOOP_INSTALL environment variables.</a:t>
            </a:r>
          </a:p>
          <a:p>
            <a:r>
              <a:t>2. Configure hadoop-env.sh with the Java installation path.</a:t>
            </a:r>
          </a:p>
          <a:p>
            <a:r>
              <a:t>3. Configure core-site.xml with the HDFS NameNode address.</a:t>
            </a:r>
          </a:p>
          <a:p>
            <a:r>
              <a:t>4. Configure yarn-site.xml for MapReduce shuffle services.</a:t>
            </a:r>
          </a:p>
          <a:p>
            <a:r>
              <a:t>5. Configure mapred-site.xml to use YARN.</a:t>
            </a:r>
          </a:p>
          <a:p>
            <a:r>
              <a:t>6. Configure hdfs-site.xml for replication, NameNode and DataNode directories.</a:t>
            </a:r>
          </a:p>
          <a:p>
            <a:r>
              <a:t>7. Reload the environment using source ~/.bashrc.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403850"/>
            <a:ext cx="4114800" cy="3155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7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PROJECT: HelloWorld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page-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265" y="868045"/>
            <a:ext cx="4389120" cy="5909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4813" y="91440"/>
            <a:ext cx="47879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 &amp; VERIFY HADOOP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657600" cy="346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START THE HADOOP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4572000" cy="30092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1. Format the NameNode using hdfs namenode –format.</a:t>
            </a:r>
          </a:p>
          <a:p>
            <a:r>
              <a:t>2. Switch to the Hadoop user.</a:t>
            </a:r>
          </a:p>
          <a:p>
            <a:r>
              <a:t>3. Start HDFS using start-dfs.sh.</a:t>
            </a:r>
          </a:p>
          <a:p>
            <a:r>
              <a:t>4. Start YARN using start-yarn.sh.</a:t>
            </a:r>
          </a:p>
          <a:p>
            <a:r>
              <a:t>5. Run jps to verify NameNode, DataNode, SecondaryNameNode, ResourceManager and NodeManager.</a:t>
            </a:r>
          </a:p>
          <a:p>
            <a:r>
              <a:t>6. Open the NameNode web interface at http://localhost:50070.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9620"/>
            <a:ext cx="4572000" cy="18395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VERIFY THE CLUSTER</a:t>
            </a:r>
          </a:p>
        </p:txBody>
      </p:sp>
      <p:pic>
        <p:nvPicPr>
          <p:cNvPr id="8" name="Picture 7" descr="page-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055" y="934085"/>
            <a:ext cx="4343400" cy="56208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2601" y="91440"/>
            <a:ext cx="53898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 &amp; WORDCOUNT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45720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 PROCESS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417185" cy="2824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MapReduce processes large datasets using three main stages: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Map — reads the input and produces key-value pairs such as (word, 1).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Shuffle — groups values belonging to the same key.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Reduce — combines the grouped values and produces the final count.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WordCount program uses a Mapper to tokenize the input and a Reducer to sum the occurrences of each word.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380" y="4380230"/>
            <a:ext cx="47548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WORDCOUNT APPLICATION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4867275"/>
            <a:ext cx="4389120" cy="93980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>
              <a:lnSpc>
                <a:spcPct val="120000"/>
              </a:lnSpc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Java WordCount program is compiled and packaged as a JAR file.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reads input from HDFS, performs MapReduce processing and writes the result back to an HDFS output directory.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page-45.jpg"/>
          <p:cNvPicPr>
            <a:picLocks noChangeAspect="1"/>
          </p:cNvPicPr>
          <p:nvPr/>
        </p:nvPicPr>
        <p:blipFill>
          <a:blip r:embed="rId1"/>
          <a:srcRect l="5628" t="7580" r="8492" b="29592"/>
          <a:stretch>
            <a:fillRect/>
          </a:stretch>
        </p:blipFill>
        <p:spPr>
          <a:xfrm>
            <a:off x="6096635" y="1069975"/>
            <a:ext cx="4347845" cy="5106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0416" y="102870"/>
            <a:ext cx="532066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WORDCOUNT &amp; RESULT</a:t>
            </a:r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1080" y="565099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914400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one-node Hadoop cluster was successfully installed and configured. The WordCount application was compiled, executed and verified using HDFS and MapReduce.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944370"/>
            <a:ext cx="27432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441575"/>
            <a:ext cx="5669280" cy="227012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Hadoop provides distributed storage and processing.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HDFS stores data while YARN manages cluster resources.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MapReduce performs parallel data processing using Map, Shuffle and Reduce.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WordCount demonstrates the complete MapReduce workflow.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The final word frequencies are stored in the HDFS output directory.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620" y="4877435"/>
            <a:ext cx="20116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QUICK CHECK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255" y="5229860"/>
            <a:ext cx="5564505" cy="11620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WordCount application demonstrate?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Answer: It demonstrates the Map and Reduce tasks by counting the occurrences of words in an input dataset.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page-47.jpg"/>
          <p:cNvPicPr>
            <a:picLocks noChangeAspect="1"/>
          </p:cNvPicPr>
          <p:nvPr/>
        </p:nvPicPr>
        <p:blipFill>
          <a:blip r:embed="rId1"/>
          <a:srcRect l="6703" t="9805" r="8964" b="12478"/>
          <a:stretch>
            <a:fillRect/>
          </a:stretch>
        </p:blipFill>
        <p:spPr>
          <a:xfrm>
            <a:off x="6753225" y="2084705"/>
            <a:ext cx="4438015" cy="441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3921</Words>
  <Application>WPS Presentation</Application>
  <PresentationFormat>Widescreen</PresentationFormat>
  <Paragraphs>160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Kaviya rs</cp:lastModifiedBy>
  <cp:revision>3</cp:revision>
  <dcterms:created xsi:type="dcterms:W3CDTF">2026-08-20T16:12:00Z</dcterms:created>
  <dcterms:modified xsi:type="dcterms:W3CDTF">2026-08-21T05:39:11Z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983F846482A5450AB28A81048E9AE9D1_13</vt:lpwstr>
  </property>
  <property fmtid="{D5CDD505-2E9C-101B-9397-08002B2CF9AE}" pid="3" name="KSOProductBuildVer">
    <vt:lpwstr>1033-12.1.0.28032</vt:lpwstr>
  </property>
</Properties>
</file>