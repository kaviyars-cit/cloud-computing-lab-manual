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88283-DCB9-510C-38F0-9B4A7F25D9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57FB55-FEF2-044A-B2D7-706584BF44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BCFEF-5DFD-36C7-4A8A-1C8AC9DE0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D897D-0869-496F-8301-E314CCA9C6D2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981514-15BE-43AE-7DB7-4B7A086E8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9B057-92EC-6D88-D12B-FE3E66A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AE3B2-CC12-4060-B1CC-0B01862B0B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0045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E1431-8604-C720-81C8-72D8096F7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66A11-44D4-4EF1-93A5-589D332B5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EC218-8A9A-1A15-E4CE-4F0DA4A21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D897D-0869-496F-8301-E314CCA9C6D2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0D9F7-BE3D-A1E5-848F-C56BC515C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2208EB-FCA6-601B-2622-192EAF629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AE3B2-CC12-4060-B1CC-0B01862B0B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38319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FA853-ED08-DDA8-E9BB-19AC71F50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159DD3-EA7A-1BED-6B72-B7D46F57EE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91FFEF-E561-EBBD-8173-FA56ABB6D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D897D-0869-496F-8301-E314CCA9C6D2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BFE0C-0754-7A10-CC58-2ED5CA57F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651D06-EFD2-DB21-EA16-73373686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AE3B2-CC12-4060-B1CC-0B01862B0B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997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C5879-8B0B-D562-A297-8B19FD654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23C8F-657C-5298-BF33-7F4B3A143A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1320CF-5B33-E4E8-76F8-61605FEBC9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9DBA6A-C8FC-5B25-7485-75A1D4393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D897D-0869-496F-8301-E314CCA9C6D2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35624-BB7B-E07F-282C-59685E0A9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658755-05F7-2EC1-7C52-C36F0AC10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AE3B2-CC12-4060-B1CC-0B01862B0B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7689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5DD65-B93C-25FE-125A-CC035651B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03ADEB-B229-9ECE-3186-C97367CBE7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87A4AB-460C-0C54-5537-CD733B3651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676486-42D9-41E0-4FCA-8D74DDDF74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C754E6-92F7-FE3B-86F2-4A1F011B6C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C7B8D1-01C2-4017-9BC1-E04DDD344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D897D-0869-496F-8301-E314CCA9C6D2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384F4B-ACD6-05F3-D824-715A803F0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4F1BE0-DB38-F206-3196-3C4ACE928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AE3B2-CC12-4060-B1CC-0B01862B0B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98057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DFF97-F6A6-8056-D5AC-DE823DD95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83C1EF-D764-B7F5-4631-39CCD80E9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D897D-0869-496F-8301-E314CCA9C6D2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B19DE4-3FDC-EBDC-CE84-A2302B6D1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F0AFBA-ADC3-B780-633A-740EFC364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AE3B2-CC12-4060-B1CC-0B01862B0B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0797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CD1121-AF2B-8530-61C6-27E67B5D1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D897D-0869-496F-8301-E314CCA9C6D2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D06BA0-9BCF-0CEF-C2E8-492A37F45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B2F6FF-3FC9-12BA-390E-D578909AD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AE3B2-CC12-4060-B1CC-0B01862B0B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5870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C9EEC-0A92-750D-9ACC-4F473B826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9CF163-B68D-2C54-6493-32FFEA6212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BCA433-EE4A-3A13-B121-3DFC3E9F06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9B6C5D-6520-0B82-927A-400314D6C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D897D-0869-496F-8301-E314CCA9C6D2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F2F-7C67-3924-6303-E72740FB5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5C37B2-8E85-86E4-584A-706674C37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AE3B2-CC12-4060-B1CC-0B01862B0B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8367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EC070-487A-4787-0835-3BECEC69B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C43633-8409-B9F1-C7FE-4B27543383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1059B3-2B86-AAE3-FFB5-74EFA8086D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DD07C8-2A7E-FCFD-910C-C5CC55046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D897D-0869-496F-8301-E314CCA9C6D2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D8CDD2-7854-0B16-5834-DB7380309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D8A4B7-70F5-E39E-A1B9-212ACA88F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AE3B2-CC12-4060-B1CC-0B01862B0B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88996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6E11-7D6E-6A53-B674-3F49EF936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5DCD55-E682-1021-B7B0-C36E0D8CD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8CC8A-DAAE-4DEB-37B6-985D95AA4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D897D-0869-496F-8301-E314CCA9C6D2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DB0D4B-BD82-7774-2C23-78DBB876D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B2E1D0-AE60-48EA-DF0D-67D5C0A19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AE3B2-CC12-4060-B1CC-0B01862B0B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579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1D2F19-E4D4-ADFE-8682-9CE0526A7E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58AE80-1D21-56DD-0DD7-FABD11FE47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B49CC-C3DA-2243-8C2C-CEAE162A3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D897D-0869-496F-8301-E314CCA9C6D2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A4FEF5-E188-4691-5677-85C721857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C9C7FC-417B-81DB-6574-84E0DAE7D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6AE3B2-CC12-4060-B1CC-0B01862B0B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5195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85783E4-D865-28C9-B59B-AE2BDF54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438C06-FFE5-3BC9-DC3D-7A8229EBC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F684D-B828-5762-B234-8020FE6E57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7D897D-0869-496F-8301-E314CCA9C6D2}" type="datetimeFigureOut">
              <a:rPr lang="en-IN" smtClean="0"/>
              <a:t>21-08-2026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4B519-EA42-EE64-8097-714E8835AC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29D19-32BC-4558-B779-2138B48B66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6AE3B2-CC12-4060-B1CC-0B01862B0B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080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437FB-A840-1865-596C-BD7044DE255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A4B155-19DD-8F90-2ADC-9CD91125B7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34D44B-728C-EA81-B3DB-76EEAEBC9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" y="729073"/>
            <a:ext cx="12050807" cy="46488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6A5FA34-36B9-E755-B843-4924E80F9932}"/>
              </a:ext>
            </a:extLst>
          </p:cNvPr>
          <p:cNvSpPr txBox="1"/>
          <p:nvPr/>
        </p:nvSpPr>
        <p:spPr>
          <a:xfrm>
            <a:off x="9861754" y="5469997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MRS.THIVYA PRIYA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1A885F-BDEF-FE8F-1F9C-91CA8E5927D8}"/>
              </a:ext>
            </a:extLst>
          </p:cNvPr>
          <p:cNvSpPr txBox="1"/>
          <p:nvPr/>
        </p:nvSpPr>
        <p:spPr>
          <a:xfrm>
            <a:off x="934065" y="5496232"/>
            <a:ext cx="11528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MONIKA S</a:t>
            </a:r>
          </a:p>
          <a:p>
            <a:r>
              <a:rPr lang="en-IN" dirty="0"/>
              <a:t>24CS0544</a:t>
            </a:r>
          </a:p>
        </p:txBody>
      </p:sp>
    </p:spTree>
    <p:extLst>
      <p:ext uri="{BB962C8B-B14F-4D97-AF65-F5344CB8AC3E}">
        <p14:creationId xmlns:p14="http://schemas.microsoft.com/office/powerpoint/2010/main" val="1900494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95DF17C-6CCA-31C2-22A3-1FF3694D5C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7" y="61442"/>
            <a:ext cx="12107965" cy="6735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905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1FEB1C-01B7-91E2-E465-1C20F8A62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4" y="75732"/>
            <a:ext cx="12117491" cy="6706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382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D372E2-2DB3-3240-6B1D-3F08B4D64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495"/>
            <a:ext cx="12079386" cy="6697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389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FDCE0E-D88A-F52B-6636-E8BD227BE0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07" y="180521"/>
            <a:ext cx="12079386" cy="6496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0189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B30359-B4F6-D2AA-62FC-D16C889FBB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28" y="147179"/>
            <a:ext cx="11955543" cy="6563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7512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F586F18-5634-EDED-7420-2EEAAF522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75" y="185284"/>
            <a:ext cx="11993649" cy="6530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245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05BEA4-78A0-30E5-CF6D-71C70EDE0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91" y="123363"/>
            <a:ext cx="11946017" cy="6611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776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</Words>
  <Application>Microsoft Office PowerPoint</Application>
  <PresentationFormat>Widescreen</PresentationFormat>
  <Paragraphs>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MONIKA S</dc:creator>
  <cp:lastModifiedBy>MONIKA S</cp:lastModifiedBy>
  <cp:revision>1</cp:revision>
  <dcterms:created xsi:type="dcterms:W3CDTF">2026-08-21T05:30:51Z</dcterms:created>
  <dcterms:modified xsi:type="dcterms:W3CDTF">2026-08-21T05:37:30Z</dcterms:modified>
</cp:coreProperties>
</file>