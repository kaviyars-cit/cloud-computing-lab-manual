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897D-0869-496F-8301-E314CCA9C6D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AE3B2-CC12-4060-B1CC-0B01862B0B7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897D-0869-496F-8301-E314CCA9C6D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AE3B2-CC12-4060-B1CC-0B01862B0B7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897D-0869-496F-8301-E314CCA9C6D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AE3B2-CC12-4060-B1CC-0B01862B0B7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897D-0869-496F-8301-E314CCA9C6D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AE3B2-CC12-4060-B1CC-0B01862B0B7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897D-0869-496F-8301-E314CCA9C6D2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AE3B2-CC12-4060-B1CC-0B01862B0B7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897D-0869-496F-8301-E314CCA9C6D2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AE3B2-CC12-4060-B1CC-0B01862B0B7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897D-0869-496F-8301-E314CCA9C6D2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AE3B2-CC12-4060-B1CC-0B01862B0B7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897D-0869-496F-8301-E314CCA9C6D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AE3B2-CC12-4060-B1CC-0B01862B0B7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897D-0869-496F-8301-E314CCA9C6D2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AE3B2-CC12-4060-B1CC-0B01862B0B7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897D-0869-496F-8301-E314CCA9C6D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AE3B2-CC12-4060-B1CC-0B01862B0B7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897D-0869-496F-8301-E314CCA9C6D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AE3B2-CC12-4060-B1CC-0B01862B0B7A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D897D-0869-496F-8301-E314CCA9C6D2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AE3B2-CC12-4060-B1CC-0B01862B0B7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6" y="729073"/>
            <a:ext cx="12050807" cy="46488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61754" y="5469997"/>
            <a:ext cx="23876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charset="0"/>
                <a:cs typeface="Times New Roman" panose="02020603050405020304" charset="0"/>
              </a:rPr>
              <a:t>MRS.THIVYA PRIYA</a:t>
            </a:r>
            <a:endParaRPr lang="en-IN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Box 5"/>
          <p:cNvSpPr txBox="1"/>
          <p:nvPr/>
        </p:nvSpPr>
        <p:spPr>
          <a:xfrm>
            <a:off x="765379" y="5469997"/>
            <a:ext cx="139509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IN" b="1" dirty="0">
                <a:latin typeface="Times New Roman" panose="02020603050405020304" charset="0"/>
                <a:cs typeface="Times New Roman" panose="02020603050405020304" charset="0"/>
              </a:rPr>
              <a:t>KAVIYA RS</a:t>
            </a:r>
            <a:endParaRPr lang="en-US" altLang="en-IN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17" y="61442"/>
            <a:ext cx="12107965" cy="67351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54" y="75732"/>
            <a:ext cx="12117491" cy="67065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0495"/>
            <a:ext cx="12079386" cy="66970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07" y="180521"/>
            <a:ext cx="12079386" cy="64969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228" y="147179"/>
            <a:ext cx="11955543" cy="65636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75" y="185284"/>
            <a:ext cx="11993649" cy="65301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91" y="123363"/>
            <a:ext cx="11946017" cy="66112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Presentation</Application>
  <PresentationFormat>Widescreen</PresentationFormat>
  <Paragraphs>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MONIKA S</dc:creator>
  <cp:lastModifiedBy>Kaviya rs</cp:lastModifiedBy>
  <cp:revision>2</cp:revision>
  <dcterms:created xsi:type="dcterms:W3CDTF">2026-08-21T05:30:00Z</dcterms:created>
  <dcterms:modified xsi:type="dcterms:W3CDTF">2026-08-21T05:52:34Z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9E7326DBE75047EA9837B5A9192B273D_12</vt:lpwstr>
  </property>
  <property fmtid="{D5CDD505-2E9C-101B-9397-08002B2CF9AE}" pid="3" name="KSOProductBuildVer">
    <vt:lpwstr>1033-12.1.0.28032</vt:lpwstr>
  </property>
</Properties>
</file>