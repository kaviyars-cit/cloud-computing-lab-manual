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</a:fld>
            <a:endParaRPr lang="en-IN" b="1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/>
          <p:cNvSpPr txBox="1"/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11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</a:fld>
            <a:endParaRPr lang="en-IN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  <a:endParaRPr lang="en-US" sz="2800" dirty="0"/>
          </a:p>
          <a:p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8950" y="3986530"/>
            <a:ext cx="8696960" cy="1034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of Google App Engine &amp;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Hello World Web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7091966" y="4815191"/>
            <a:ext cx="4437062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endParaRPr lang="en-US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Mrs. ThivaPriya </a:t>
            </a:r>
            <a:endParaRPr lang="en-US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/>
          <p:cNvSpPr txBox="1"/>
          <p:nvPr/>
        </p:nvSpPr>
        <p:spPr>
          <a:xfrm>
            <a:off x="3512785" y="633222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CLOUD COMPUTING LAB — EXPERIMENT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 wrap="square"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r>
              <a:t>Experiment Aim</a:t>
            </a:r>
          </a:p>
          <a:p>
            <a:r>
              <a:t>Google App Engine &amp; Tools</a:t>
            </a:r>
          </a:p>
          <a:p>
            <a:r>
              <a:t>Install Google Plugin for Eclipse</a:t>
            </a:r>
          </a:p>
          <a:p>
            <a:r>
              <a:t>Create Web Application Project</a:t>
            </a:r>
          </a:p>
          <a:p>
            <a:r>
              <a:t>Hello World Project Structure</a:t>
            </a:r>
          </a:p>
          <a:p>
            <a:r>
              <a:t>Run the Application Locally</a:t>
            </a:r>
          </a:p>
          <a:p>
            <a:r>
              <a:t>Deploy to Google App Engine</a:t>
            </a:r>
          </a:p>
          <a:p>
            <a:r>
              <a:t>Verify Web Application</a:t>
            </a:r>
          </a:p>
          <a:p>
            <a:r>
              <a:t>Result &amp; Key Takeaways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20-08-2026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6658" y="6356350"/>
            <a:ext cx="54839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9326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EXPERIMENT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457200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20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Ex. No: 03 — Google App Engine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82880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8869680" cy="66992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Google App Engine and create a Hello World web application using Python/Java.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411480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WHAT WE WILL ACHIEVE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182112"/>
            <a:ext cx="9144000" cy="31013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Install the Google Plugin for Eclipse.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 the Google App Engine Java SDK.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a new Web Application Project.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 sample Hello World application.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Run the application locally.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the application to Google App Engine.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Verify the deployed web application.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6005" y="255905"/>
            <a:ext cx="9326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GOOGLE APP ENGINE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950" y="128016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t>LAB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075" y="1791970"/>
            <a:ext cx="5623560" cy="34397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Eclipse IDE — used to create and manage the web application project.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Google Plugin for Eclipse — provides App Engine development and deployment support.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Google App Engine Java SDK — provides the App Engine development environment.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4. Web Application Project — contains source code, configuration and web resources.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5. Local Development Server — used to test the application before deployment.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t>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53312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ECLIPSE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GOOGLE PLUGIN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70048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APP ENGINE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328416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WEB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86783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LOCAL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645152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GOOGLE APP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05088" y="210185"/>
            <a:ext cx="665924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INSTALL GOOGLE APP ENGINE TOOLS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0779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STEP-BY-STEP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PROCEDURE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458722"/>
            <a:ext cx="5486400" cy="320929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Install Google Plugin for Eclipse along with the Google App Engine Java SDK.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2. If the SDK is not installed with the plugin, download and extract it separately.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3. Launch Eclipse and access the Google tools from the toolbar.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4. Select “New Web Application Project…”.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5. Deselect Google Web Toolkit if not required and configure the Google App Engine Java SDK.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6. Complete the project setup.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exp3page-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143000"/>
            <a:ext cx="3794760" cy="49108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257800"/>
            <a:ext cx="9144000" cy="6235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rPr sz="1600"/>
              <a:t>CHECKPOINT ✓  Google App Engine development</a:t>
            </a:r>
            <a:endParaRPr sz="1600"/>
          </a:p>
          <a:p>
            <a:pPr>
              <a:spcAft>
                <a:spcPts val="600"/>
              </a:spcAft>
              <a:defRPr sz="1300" b="1"/>
            </a:pPr>
            <a:r>
              <a:rPr sz="1600"/>
              <a:t> tools are configured.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0635" y="91440"/>
            <a:ext cx="598932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CREATE HELLO WORLD PROJECT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457200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CREATE A WEB APPLICATION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4663440" cy="38246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From the Eclipse Google menu, select New Web Application Project.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Enter the project name and package details.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Select/configure the Google App Engine SDK.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4. Click Finish to generate the sample project.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Eclipse automatically generates the sample Hello World project.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exp3page-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265" y="868045"/>
            <a:ext cx="4389120" cy="59093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403850"/>
            <a:ext cx="4114800" cy="3155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PROJECT: HelloWorld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0868" y="91440"/>
            <a:ext cx="669480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HELLO WORLD PROJECT STRUCTURE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65760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4572000" cy="30092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HelloWorld/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├── src/              → Java source code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META-INF/         → configuration files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├── war/              → JSPs, images and web data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├── WEB-INF/          → application configuration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├── lib/              → JAR libraries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└── classes/          → compiled classes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4579620"/>
            <a:ext cx="4572000" cy="18395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FILE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appengine-web.xml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This configuration file is required by Google App Engine to run and deploy the application.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exp3page-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055" y="934085"/>
            <a:ext cx="4343400" cy="56208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50553" y="91440"/>
            <a:ext cx="427799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RUN, DEPLOY &amp; VERIFY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45720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RUN THE APPLICATION LOCALLY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4389120" cy="248602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the project → Run As → Web Application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server: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http://localhost:8888/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 servlet: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http://localhost:8888/helloworld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3923665"/>
            <a:ext cx="475488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DEPLOY TO GOOGLE APP ENGINE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4458335"/>
            <a:ext cx="4663440" cy="17468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Register/sign in to Google App Engine.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an application ID.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3. Add the ID to appengine-web.xml.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4. Select Deploy to App Engine.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5. Sign in and click Deploy.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exp3page-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2580" y="1051560"/>
            <a:ext cx="4389120" cy="5680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5933" y="91440"/>
            <a:ext cx="489648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KEY TAKEAWAYS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82880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9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9144000" cy="5162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Thus, Google App Engine was installed successfully and a Hello World web application was developed and deployed using the Google App Engine environment.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944370"/>
            <a:ext cx="27432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  <a:buClrTx/>
              <a:buSzTx/>
              <a:buFontTx/>
              <a:defRPr sz="1500"/>
            </a:pPr>
            <a:r>
              <a:rPr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2441575"/>
            <a:ext cx="5669280" cy="173164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</a:t>
            </a: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 provides a platform for hosting web applications.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Eclipse with the Google Plugin is used to create the web application.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 Engine SDK provides the development environment.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contains source code and configuration files.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can be tested locally before deployment.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The completed application can be deployed to Google App Engine.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5620" y="4408805"/>
            <a:ext cx="201168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QUICK CHECK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5620" y="4975860"/>
            <a:ext cx="2926080" cy="12084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purpose of appengine-web.xml?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/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Answer: It contains configuration required by Google App Engine to run and deploy the application.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exp3page-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510" y="1600200"/>
            <a:ext cx="3874770" cy="4941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3778</Words>
  <Application>WPS Presentation</Application>
  <PresentationFormat>Widescreen</PresentationFormat>
  <Paragraphs>168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Kaviya rs</cp:lastModifiedBy>
  <cp:revision>2</cp:revision>
  <dcterms:created xsi:type="dcterms:W3CDTF">2026-08-20T16:12:20Z</dcterms:created>
  <dcterms:modified xsi:type="dcterms:W3CDTF">2026-08-20T16:22:58Z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C7FD11264CBC423AA5108B3B26299127_12</vt:lpwstr>
  </property>
  <property fmtid="{D5CDD505-2E9C-101B-9397-08002B2CF9AE}" pid="3" name="KSOProductBuildVer">
    <vt:lpwstr>1033-12.1.0.28032</vt:lpwstr>
  </property>
</Properties>
</file>